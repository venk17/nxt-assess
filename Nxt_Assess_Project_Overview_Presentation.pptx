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Nxt Assess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Implementation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Core Functionalities:</a:t>
            </a:r>
          </a:p>
          <a:p>
            <a:pPr/>
            <a:r>
              <a:t>Secure Authentication: JWT-based login with credential validation</a:t>
            </a:r>
          </a:p>
          <a:p>
            <a:pPr/>
            <a:r>
              <a:t>Timed Assessments: 10-minute timer with auto-submission</a:t>
            </a:r>
          </a:p>
          <a:p>
            <a:pPr/>
            <a:r>
              <a:t>Multiple Question Types:</a:t>
            </a:r>
          </a:p>
          <a:p>
            <a:pPr/>
            <a:r>
              <a:t>Text-based options (DEFAULT)</a:t>
            </a:r>
          </a:p>
          <a:p>
            <a:pPr/>
            <a:r>
              <a:t>Image-based options (IMAGE)</a:t>
            </a:r>
          </a:p>
          <a:p>
            <a:pPr/>
            <a:r>
              <a:t>Single-select dropdown (SINGLE_SELECT)</a:t>
            </a:r>
          </a:p>
          <a:p>
            <a:pPr/>
            <a:r>
              <a:t>Real-time Tracking:</a:t>
            </a:r>
          </a:p>
          <a:p>
            <a:pPr/>
            <a:r>
              <a:t>Answered/Unanswered counters</a:t>
            </a:r>
          </a:p>
          <a:p>
            <a:pPr/>
            <a:r>
              <a:t>Question navigation with visual indicators</a:t>
            </a:r>
          </a:p>
          <a:p>
            <a:pPr/>
            <a:r>
              <a:t>Results Dashboard: Score breakdown + time taken analytics</a:t>
            </a:r>
          </a:p>
          <a:p>
            <a:pPr/>
            <a:r>
              <a:t>UI/UX Highlights:</a:t>
            </a:r>
          </a:p>
          <a:p>
            <a:pPr/>
            <a:r>
              <a:t>Responsive design (mobile/tablet/desktop)</a:t>
            </a:r>
          </a:p>
          <a:p>
            <a:pPr/>
            <a:r>
              <a:t>Interactive question navigation</a:t>
            </a:r>
          </a:p>
          <a:p>
            <a:pPr/>
            <a:r>
              <a:t>Visual feedback for selected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Challenges &amp; Exciting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Technical Challenges:</a:t>
            </a:r>
          </a:p>
          <a:p>
            <a:pPr/>
            <a:r>
              <a:t>Dynamic Question Rendering:</a:t>
            </a:r>
          </a:p>
          <a:p>
            <a:pPr/>
            <a:r>
              <a:t>Challenge: Handling 3 distinct question types in a single flow</a:t>
            </a:r>
          </a:p>
          <a:p>
            <a:pPr/>
            <a:r>
              <a:t>Solution: Created a Question component with switch-case rendering</a:t>
            </a:r>
          </a:p>
          <a:p>
            <a:pPr/>
            <a:r>
              <a:t>Timer-State Synchronization:</a:t>
            </a:r>
          </a:p>
          <a:p>
            <a:pPr/>
            <a:r>
              <a:t>Challenge: Preventing memory leaks with countdown</a:t>
            </a:r>
          </a:p>
          <a:p>
            <a:pPr/>
            <a:r>
              <a:t>Solution: Used useEffect cleanup + global state</a:t>
            </a:r>
          </a:p>
          <a:p>
            <a:pPr/>
            <a:r>
              <a:t>Authentication Flow:</a:t>
            </a:r>
          </a:p>
          <a:p>
            <a:pPr/>
            <a:r>
              <a:t>Challenge: Redirecting authenticated users from login</a:t>
            </a:r>
          </a:p>
          <a:p>
            <a:pPr/>
            <a:r>
              <a:t>Solution: Implemented ProtectedRoute wrapper</a:t>
            </a:r>
          </a:p>
          <a:p>
            <a:pPr/>
            <a:r>
              <a:t>Exciting Moments:</a:t>
            </a:r>
          </a:p>
          <a:p>
            <a:pPr/>
            <a:r>
              <a:t>Successfully implementing auto-submit on timeout</a:t>
            </a:r>
          </a:p>
          <a:p>
            <a:pPr/>
            <a:r>
              <a:t>Building the image-based question interface</a:t>
            </a:r>
          </a:p>
          <a:p>
            <a:pPr/>
            <a:r>
              <a:t>Achieving 100% test coverage for critical 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</a:t>
            </a:r>
          </a:p>
          <a:p>
            <a:pPr/>
            <a:r>
              <a:t>React.js (Components, Hooks, Context)</a:t>
            </a:r>
          </a:p>
          <a:p>
            <a:pPr/>
            <a:r>
              <a:t>React Router (Navigation)</a:t>
            </a:r>
          </a:p>
          <a:p>
            <a:pPr/>
            <a:r>
              <a:t>Fetch API (HTTP requests)</a:t>
            </a:r>
          </a:p>
          <a:p>
            <a:pPr/>
            <a:r>
              <a:t>CSS Modules (Styling)</a:t>
            </a:r>
          </a:p>
          <a:p>
            <a:pPr/>
            <a:r>
              <a:t>Dev Tools:</a:t>
            </a:r>
          </a:p>
          <a:p>
            <a:pPr/>
            <a:r>
              <a:t>Figma (UI Design)</a:t>
            </a:r>
          </a:p>
          <a:p>
            <a:pPr/>
            <a:r>
              <a:t>Postman (API Testing)</a:t>
            </a:r>
          </a:p>
          <a:p>
            <a:pPr/>
            <a:r>
              <a:t>Git (Version Control)</a:t>
            </a:r>
          </a:p>
          <a:p>
            <a:pPr/>
            <a:r>
              <a:t>ESLint (Code Quality)</a:t>
            </a:r>
          </a:p>
          <a:p>
            <a:pPr/>
            <a:r>
              <a:t>Testing:</a:t>
            </a:r>
          </a:p>
          <a:p>
            <a:pPr/>
            <a:r>
              <a:t>Jest + React Testing Library</a:t>
            </a:r>
          </a:p>
          <a:p>
            <a:pPr/>
            <a:r>
              <a:t>Data-testid attributes for UI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Industry Best Practices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Security:</a:t>
            </a:r>
          </a:p>
          <a:p>
            <a:pPr/>
            <a:r>
              <a:t>Password masking + secure JWT storage</a:t>
            </a:r>
          </a:p>
          <a:p>
            <a:pPr/>
            <a:r>
              <a:t>Protected routes for authenticated content</a:t>
            </a:r>
          </a:p>
          <a:p>
            <a:pPr/>
            <a:r>
              <a:t>Performance:</a:t>
            </a:r>
          </a:p>
          <a:p>
            <a:pPr/>
            <a:r>
              <a:t>Lazy loading for routes</a:t>
            </a:r>
          </a:p>
          <a:p>
            <a:pPr/>
            <a:r>
              <a:t>Memoization of question components</a:t>
            </a:r>
          </a:p>
          <a:p>
            <a:pPr/>
            <a:r>
              <a:t>Accessibility:</a:t>
            </a:r>
          </a:p>
          <a:p>
            <a:pPr/>
            <a:r>
              <a:t>Semantic HTML (button vs div)</a:t>
            </a:r>
          </a:p>
          <a:p>
            <a:pPr/>
            <a:r>
              <a:t>ARIA labels for interactive elements</a:t>
            </a:r>
          </a:p>
          <a:p>
            <a:pPr/>
            <a:r>
              <a:t>Keyboard navigation support</a:t>
            </a:r>
          </a:p>
          <a:p>
            <a:pPr/>
            <a:r>
              <a:t>Code Quality:</a:t>
            </a:r>
          </a:p>
          <a:p>
            <a:pPr/>
            <a:r>
              <a:t>Modular component architecture</a:t>
            </a:r>
          </a:p>
          <a:p>
            <a:pPr/>
            <a:r>
              <a:t>PropTypes for type checking</a:t>
            </a:r>
          </a:p>
          <a:p>
            <a:pPr/>
            <a:r>
              <a:t>Error boundaries for graceful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Methodology: Agile Sprints</a:t>
            </a:r>
          </a:p>
          <a:p>
            <a:pPr/>
            <a:r>
              <a:t>Key Phases:</a:t>
            </a:r>
          </a:p>
          <a:p>
            <a:pPr/>
            <a:r>
              <a:t>1. Planning:</a:t>
            </a:r>
          </a:p>
          <a:p>
            <a:pPr/>
            <a:r>
              <a:t>Figma prototyping</a:t>
            </a:r>
          </a:p>
          <a:p>
            <a:pPr/>
            <a:r>
              <a:t>API contract finalization</a:t>
            </a:r>
          </a:p>
          <a:p>
            <a:pPr/>
            <a:r>
              <a:t>2. Implementation:</a:t>
            </a:r>
          </a:p>
          <a:p>
            <a:pPr/>
            <a:r>
              <a:t>Auth flow -&gt; Assessment engine -&gt; Results</a:t>
            </a:r>
          </a:p>
          <a:p>
            <a:pPr/>
            <a:r>
              <a:t>Mobile-first responsive design</a:t>
            </a:r>
          </a:p>
          <a:p>
            <a:pPr/>
            <a:r>
              <a:t>3. Testing:</a:t>
            </a:r>
          </a:p>
          <a:p>
            <a:pPr/>
            <a:r>
              <a:t>Unit tests for business logic</a:t>
            </a:r>
          </a:p>
          <a:p>
            <a:pPr/>
            <a:r>
              <a:t>Integration tests for user flows</a:t>
            </a:r>
          </a:p>
          <a:p>
            <a:pPr/>
            <a:r>
              <a:t>Collaboration:</a:t>
            </a:r>
          </a:p>
          <a:p>
            <a:pPr/>
            <a:r>
              <a:t>Daily standups (for personal accountability)</a:t>
            </a:r>
          </a:p>
          <a:p>
            <a:pPr/>
            <a:r>
              <a:t>Git feature branches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Planned Features:</a:t>
            </a:r>
          </a:p>
          <a:p>
            <a:pPr/>
            <a:r>
              <a:t>Multi-select Questions: New MULTI_SELECT option_type + checkbox UI (High)</a:t>
            </a:r>
          </a:p>
          <a:p>
            <a:pPr/>
            <a:r>
              <a:t>Leaderboard: Backend API + React-Table integration (Medium)</a:t>
            </a:r>
          </a:p>
          <a:p>
            <a:pPr/>
            <a:r>
              <a:t>Offline Mode: Service Workers + IndexedDB caching (Low)</a:t>
            </a:r>
          </a:p>
          <a:p>
            <a:pPr/>
            <a:r>
              <a:t>PDF Reports: React-PDF library + score analytics (Medium)</a:t>
            </a:r>
          </a:p>
          <a:p>
            <a:pPr/>
            <a:r>
              <a:t>Technical Debt Resolution:</a:t>
            </a:r>
          </a:p>
          <a:p>
            <a:pPr/>
            <a:r>
              <a:t>1. State Management:</a:t>
            </a:r>
          </a:p>
          <a:p>
            <a:pPr/>
            <a:r>
              <a:t>Current: Component state -&gt; Future: Redux Toolkit</a:t>
            </a:r>
          </a:p>
          <a:p>
            <a:pPr/>
            <a:r>
              <a:t>2. API Mocking:</a:t>
            </a:r>
          </a:p>
          <a:p>
            <a:pPr/>
            <a:r>
              <a:t>Current: Static JSON -&gt; Future: MirageJS simulation</a:t>
            </a:r>
          </a:p>
          <a:p>
            <a:pPr/>
            <a:r>
              <a:t>3. Testing:</a:t>
            </a:r>
          </a:p>
          <a:p>
            <a:pPr/>
            <a:r>
              <a:t>Current: Unit tests -&gt; Future: Cypress E2E tests</a:t>
            </a:r>
          </a:p>
          <a:p>
            <a:pPr/>
            <a:r>
              <a:t>Note: Gantt chart and visuals can be presented separately if required.</a:t>
            </a:r>
          </a:p>
          <a:p>
            <a:pPr/>
            <a:r>
              <a:t>New Feature:</a:t>
            </a:r>
          </a:p>
          <a:p>
            <a:pPr/>
            <a:r>
              <a:t>Review Failed Questions: Allow users to revisit incorrectly answered questions post-assessment with explanations (High)</a:t>
            </a:r>
          </a:p>
          <a:p>
            <a:pPr/>
            <a:r>
              <a:t>Implementation: Add a review screen that pulls incorrect answers and displays correct responses + optional explanation tooltip.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Application 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7. Application Working Flow</a:t>
            </a:r>
          </a:p>
          <a:p>
            <a:pPr/>
            <a:r>
              <a:t>1. User Authentication:</a:t>
            </a:r>
          </a:p>
          <a:p>
            <a:pPr/>
            <a:r>
              <a:t>User enters credentials on login screen</a:t>
            </a:r>
          </a:p>
          <a:p>
            <a:pPr/>
            <a:r>
              <a:t>Credentials are validated using backend API</a:t>
            </a:r>
          </a:p>
          <a:p>
            <a:pPr/>
            <a:r>
              <a:t>On success, token is stored in cookies and user is redirected to assessment</a:t>
            </a:r>
          </a:p>
          <a:p>
            <a:pPr/>
            <a:r>
              <a:t>2. Assessment Initialization:</a:t>
            </a:r>
          </a:p>
          <a:p>
            <a:pPr/>
            <a:r>
              <a:t>Assessment page loads with question set (from static or API)</a:t>
            </a:r>
          </a:p>
          <a:p>
            <a:pPr/>
            <a:r>
              <a:t>10-minute timer starts using useEffect hook</a:t>
            </a:r>
          </a:p>
          <a:p>
            <a:pPr/>
            <a:r>
              <a:t>3. Question Navigation &amp; Answering:</a:t>
            </a:r>
          </a:p>
          <a:p>
            <a:pPr/>
            <a:r>
              <a:t>Users navigate between questions using a sidebar or next/prev buttons</a:t>
            </a:r>
          </a:p>
          <a:p>
            <a:pPr/>
            <a:r>
              <a:t>Answer selection is stored in local component state or context</a:t>
            </a:r>
          </a:p>
          <a:p>
            <a:pPr/>
            <a:r>
              <a:t>4. Timer &amp; Auto Submission:</a:t>
            </a:r>
          </a:p>
          <a:p>
            <a:pPr/>
            <a:r>
              <a:t>When timer ends, auto-submit logic is triggered using useEffect cleanup</a:t>
            </a:r>
          </a:p>
          <a:p>
            <a:pPr/>
            <a:r>
              <a:t>Answers are collected and scored based on correct responses</a:t>
            </a:r>
          </a:p>
          <a:p>
            <a:pPr/>
            <a:r>
              <a:t>5. Results Display:</a:t>
            </a:r>
          </a:p>
          <a:p>
            <a:pPr/>
            <a:r>
              <a:t>User sees their score, total questions, correct/incorrect breakdown</a:t>
            </a:r>
          </a:p>
          <a:p>
            <a:pPr/>
            <a:r>
              <a:t>Option to review failed questions (future enhancement)</a:t>
            </a:r>
          </a:p>
          <a:p>
            <a:pPr/>
            <a:r>
              <a:t>6. Logout:</a:t>
            </a:r>
          </a:p>
          <a:p>
            <a:pPr/>
            <a:r>
              <a:t>User can log out to clear the cookie and return to login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User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aakash / sky@007</a:t>
            </a:r>
          </a:p>
          <a:p>
            <a:pPr/>
            <a:r>
              <a:t>agastya / myth#789</a:t>
            </a:r>
          </a:p>
          <a:p>
            <a:pPr/>
            <a:r>
              <a:t>advika / world@5</a:t>
            </a:r>
          </a:p>
          <a:p>
            <a:pPr/>
            <a:r>
              <a:t>binita / modest*6</a:t>
            </a:r>
          </a:p>
          <a:p>
            <a:pPr/>
            <a:r>
              <a:t>chetan / vigor$life</a:t>
            </a:r>
          </a:p>
          <a:p>
            <a:pPr/>
            <a:r>
              <a:t>deepak / lightstar@1</a:t>
            </a:r>
          </a:p>
          <a:p>
            <a:pPr/>
            <a:r>
              <a:t>harshad / joy@85</a:t>
            </a:r>
          </a:p>
          <a:p>
            <a:pPr/>
            <a:r>
              <a:t>kapil / moon$008</a:t>
            </a:r>
          </a:p>
          <a:p>
            <a:pPr/>
            <a:r>
              <a:t>rahul / rahul@2021</a:t>
            </a:r>
          </a:p>
          <a:p>
            <a:pPr/>
            <a:r>
              <a:t>shravya / musical#stone</a:t>
            </a:r>
          </a:p>
          <a:p>
            <a:pPr/>
            <a:r>
              <a:t>saira / princess@9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