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956" autoAdjust="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-1428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0"/>
            <a:ext cx="9143999" cy="513543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355848"/>
            <a:ext cx="8077200" cy="1673352"/>
          </a:xfrm>
        </p:spPr>
        <p:txBody>
          <a:bodyPr vert="horz" lIns="91440" tIns="0" rIns="45720" bIns="0" rtlCol="0" anchor="t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828800"/>
            <a:ext cx="8077200" cy="1499616"/>
          </a:xfrm>
        </p:spPr>
        <p:txBody>
          <a:bodyPr lIns="118872" tIns="0" rIns="45720" bIns="0" anchor="b"/>
          <a:lstStyle>
            <a:lvl1pPr marL="0" indent="0" algn="l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0" y="5128334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252728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1"/>
            <a:ext cx="9144000" cy="260252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invGray">
          <a:xfrm>
            <a:off x="0" y="2602520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808" y="118872"/>
            <a:ext cx="8013192" cy="1636776"/>
          </a:xfrm>
        </p:spPr>
        <p:txBody>
          <a:bodyPr vert="horz" lIns="91440" tIns="0" rIns="91440" bIns="0" rtlCol="0" anchor="b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0664" y="1828800"/>
            <a:ext cx="8022336" cy="685800"/>
          </a:xfrm>
        </p:spPr>
        <p:txBody>
          <a:bodyPr lIns="146304" tIns="0" rIns="45720" bIns="0" anchor="t"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73936"/>
            <a:ext cx="4038600" cy="4623816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73936"/>
            <a:ext cx="4038600" cy="46238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98987"/>
            <a:ext cx="4040188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49512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698987"/>
            <a:ext cx="4041775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49512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838" y="152400"/>
            <a:ext cx="2523744" cy="978408"/>
          </a:xfrm>
        </p:spPr>
        <p:txBody>
          <a:bodyPr vert="horz" lIns="73152" rIns="45720" bIns="0" rtlCol="0" anchor="b">
            <a:normAutofit/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19377" y="1743133"/>
            <a:ext cx="5920641" cy="455888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838" y="1730018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" y="155448"/>
            <a:ext cx="2525150" cy="978408"/>
          </a:xfrm>
        </p:spPr>
        <p:txBody>
          <a:bodyPr lIns="73152" bIns="0" anchor="b"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03805" y="1484808"/>
            <a:ext cx="6247397" cy="5373192"/>
          </a:xfrm>
          <a:solidFill>
            <a:schemeClr val="bg2">
              <a:shade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92" y="1728216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4592" y="1170432"/>
            <a:ext cx="2523744" cy="201168"/>
          </a:xfrm>
        </p:spPr>
        <p:txBody>
          <a:bodyPr/>
          <a:lstStyle/>
          <a:p>
            <a:fld id="{5BCAD085-E8A6-8845-BD4E-CB4CCA059FC4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35808" y="1170432"/>
            <a:ext cx="5193792" cy="201168"/>
          </a:xfrm>
        </p:spPr>
        <p:txBody>
          <a:bodyPr/>
          <a:lstStyle>
            <a:lvl1pPr>
              <a:defRPr>
                <a:solidFill>
                  <a:schemeClr val="bg1">
                    <a:shade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39328" y="1170432"/>
            <a:ext cx="733864" cy="201168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invGray">
          <a:xfrm>
            <a:off x="6598920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108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 bwMode="ltGray">
          <a:xfrm>
            <a:off x="6647687" y="0"/>
            <a:ext cx="2514601" cy="685800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274640"/>
            <a:ext cx="19050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04800"/>
            <a:ext cx="60198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40597" y="6377459"/>
            <a:ext cx="383640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 bwMode="invGray">
          <a:xfrm>
            <a:off x="0" y="1435895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7" name="Rectangle 6"/>
          <p:cNvSpPr/>
          <p:nvPr/>
        </p:nvSpPr>
        <p:spPr bwMode="ltGray">
          <a:xfrm>
            <a:off x="0" y="0"/>
            <a:ext cx="9143999" cy="1433733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51062"/>
          </a:xfrm>
          <a:prstGeom prst="rect">
            <a:avLst/>
          </a:prstGeom>
        </p:spPr>
        <p:txBody>
          <a:bodyPr vert="horz" lIns="91440" rIns="45720" rtlCol="0" anchor="ctr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75191"/>
            <a:ext cx="8229600" cy="4625609"/>
          </a:xfrm>
          <a:prstGeom prst="rect">
            <a:avLst/>
          </a:prstGeom>
        </p:spPr>
        <p:txBody>
          <a:bodyPr vert="horz" lIns="54864" tIns="91440" rtlCol="0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</p:spPr>
        <p:txBody>
          <a:bodyPr vert="horz" lIns="109728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5BCAD085-E8A6-8845-BD4E-CB4CCA059FC4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</p:spPr>
        <p:txBody>
          <a:bodyPr vert="horz" lIns="45720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</p:spPr>
        <p:txBody>
          <a:bodyPr vert="horz" bIns="0" rtlCol="0" anchor="b"/>
          <a:lstStyle>
            <a:lvl1pPr algn="r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rtl="0" eaLnBrk="1" latinLnBrk="0" hangingPunct="1">
        <a:spcBef>
          <a:spcPct val="0"/>
        </a:spcBef>
        <a:buNone/>
        <a:defRPr kumimoji="0" sz="4500" b="1" kern="1200">
          <a:solidFill>
            <a:schemeClr val="accent1">
              <a:satMod val="150000"/>
            </a:schemeClr>
          </a:solidFill>
          <a:effectLst/>
          <a:latin typeface="+mj-lt"/>
          <a:ea typeface="+mj-ea"/>
          <a:cs typeface="+mj-cs"/>
        </a:defRPr>
      </a:lvl1pPr>
      <a:extLst/>
    </p:titleStyle>
    <p:bodyStyle>
      <a:lvl1pPr marL="438912" indent="-320040" algn="l" rtl="0" eaLnBrk="1" latinLnBrk="0" hangingPunct="1">
        <a:spcBef>
          <a:spcPts val="0"/>
        </a:spcBef>
        <a:buClr>
          <a:schemeClr val="accent1"/>
        </a:buClr>
        <a:buSzPct val="80000"/>
        <a:buFont typeface="Wingdings 2"/>
        <a:buChar char="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31520" indent="-27432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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3"/>
        </a:buClr>
        <a:buFont typeface="Arial"/>
        <a:buChar char="▪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16152" indent="-182880" algn="l" rtl="0" eaLnBrk="1" latinLnBrk="0" hangingPunct="1">
        <a:spcBef>
          <a:spcPct val="20000"/>
        </a:spcBef>
        <a:buClr>
          <a:schemeClr val="accent4"/>
        </a:buClr>
        <a:buFont typeface="Arial"/>
        <a:buChar char="▪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26464" indent="-182880" algn="l" rtl="0" eaLnBrk="1" latinLnBrk="0" hangingPunct="1">
        <a:spcBef>
          <a:spcPct val="20000"/>
        </a:spcBef>
        <a:buClr>
          <a:schemeClr val="accent5"/>
        </a:buClr>
        <a:buFont typeface="Wingdings 3"/>
        <a:buChar char=""/>
        <a:defRPr kumimoji="0" lang="en-US" sz="2000" kern="1200" smtClean="0">
          <a:solidFill>
            <a:schemeClr val="tx1"/>
          </a:solidFill>
          <a:latin typeface="+mn-lt"/>
          <a:ea typeface="+mn-ea"/>
          <a:cs typeface="+mn-cs"/>
        </a:defRPr>
      </a:lvl5pPr>
      <a:lvl6pPr marL="1627632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ct val="20000"/>
        </a:spcBef>
        <a:buClr>
          <a:schemeClr val="accent1"/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ct val="20000"/>
        </a:spcBef>
        <a:buClr>
          <a:schemeClr val="accent2"/>
        </a:buClr>
        <a:buFont typeface="Wingdings 2" pitchFamily="18" charset="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231136" indent="-182880" algn="l" rtl="0" eaLnBrk="1" latinLnBrk="0" hangingPunct="1">
        <a:spcBef>
          <a:spcPct val="20000"/>
        </a:spcBef>
        <a:buClr>
          <a:schemeClr val="accent3"/>
        </a:buClr>
        <a:buFont typeface="Wingdings 2" pitchFamily="18" charset="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Nxt Assess Project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Frontend Implementation Summary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Project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endParaRPr/>
          </a:p>
          <a:p>
            <a:r>
              <a:t>Core Functionalities:</a:t>
            </a:r>
          </a:p>
          <a:p>
            <a:r>
              <a:t>Secure Authentication: JWT-based login with credential validation</a:t>
            </a:r>
          </a:p>
          <a:p>
            <a:r>
              <a:t>Timed Assessments: 10-minute timer with auto-submission</a:t>
            </a:r>
          </a:p>
          <a:p>
            <a:r>
              <a:t>Multiple Question Types:</a:t>
            </a:r>
          </a:p>
          <a:p>
            <a:r>
              <a:t>Text-based options (DEFAULT)</a:t>
            </a:r>
          </a:p>
          <a:p>
            <a:r>
              <a:t>Image-based options (IMAGE)</a:t>
            </a:r>
          </a:p>
          <a:p>
            <a:r>
              <a:t>Single-select dropdown (SINGLE_SELECT)</a:t>
            </a:r>
          </a:p>
          <a:p>
            <a:r>
              <a:t>Real-time Tracking:</a:t>
            </a:r>
          </a:p>
          <a:p>
            <a:r>
              <a:t>Answered/Unanswered counters</a:t>
            </a:r>
          </a:p>
          <a:p>
            <a:r>
              <a:t>Question navigation with visual indicators</a:t>
            </a:r>
          </a:p>
          <a:p>
            <a:r>
              <a:t>Results Dashboard: Score breakdown + time taken analytics</a:t>
            </a:r>
          </a:p>
          <a:p>
            <a:r>
              <a:t>UI/UX Highlights:</a:t>
            </a:r>
          </a:p>
          <a:p>
            <a:r>
              <a:t>Responsive design (mobile/tablet/desktop)</a:t>
            </a:r>
          </a:p>
          <a:p>
            <a:r>
              <a:t>Interactive question navigation</a:t>
            </a:r>
          </a:p>
          <a:p>
            <a:r>
              <a:t>Visual feedback for selected options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2. Challenges &amp; Exciting Experiences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endParaRPr/>
          </a:p>
          <a:p>
            <a:r>
              <a:t>Technical Challenges:</a:t>
            </a:r>
          </a:p>
          <a:p>
            <a:r>
              <a:t>Dynamic Question Rendering:</a:t>
            </a:r>
          </a:p>
          <a:p>
            <a:r>
              <a:t>Challenge: Handling 3 distinct question types in a single flow</a:t>
            </a:r>
          </a:p>
          <a:p>
            <a:r>
              <a:t>Solution: Created a Question component with switch-case rendering</a:t>
            </a:r>
          </a:p>
          <a:p>
            <a:r>
              <a:t>Timer-State Synchronization:</a:t>
            </a:r>
          </a:p>
          <a:p>
            <a:r>
              <a:t>Challenge: Preventing memory leaks with countdown</a:t>
            </a:r>
          </a:p>
          <a:p>
            <a:r>
              <a:t>Solution: Used useEffect cleanup + global state</a:t>
            </a:r>
          </a:p>
          <a:p>
            <a:r>
              <a:t>Authentication Flow:</a:t>
            </a:r>
          </a:p>
          <a:p>
            <a:r>
              <a:t>Challenge: Redirecting authenticated users from login</a:t>
            </a:r>
          </a:p>
          <a:p>
            <a:r>
              <a:t>Solution: Implemented ProtectedRoute wrapper</a:t>
            </a:r>
          </a:p>
          <a:p>
            <a:r>
              <a:t>Exciting Moments:</a:t>
            </a:r>
          </a:p>
          <a:p>
            <a:r>
              <a:t>Successfully implementing auto-submit on timeout</a:t>
            </a:r>
          </a:p>
          <a:p>
            <a:r>
              <a:t>Building the image-based question interface</a:t>
            </a:r>
          </a:p>
          <a:p>
            <a:r>
              <a:t>Achieving 100% test coverage for critical flows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endParaRPr/>
          </a:p>
          <a:p>
            <a:r>
              <a:t>Frontend:</a:t>
            </a:r>
          </a:p>
          <a:p>
            <a:r>
              <a:t>React.js (Components, Hooks, Context)</a:t>
            </a:r>
          </a:p>
          <a:p>
            <a:r>
              <a:t>React Router (Navigation)</a:t>
            </a:r>
          </a:p>
          <a:p>
            <a:r>
              <a:t>Fetch API (HTTP requests)</a:t>
            </a:r>
          </a:p>
          <a:p>
            <a:r>
              <a:t>CSS Modules (Styling)</a:t>
            </a:r>
          </a:p>
          <a:p>
            <a:r>
              <a:t>Dev Tools:</a:t>
            </a:r>
          </a:p>
          <a:p>
            <a:r>
              <a:t>Figma (UI Design)</a:t>
            </a:r>
          </a:p>
          <a:p>
            <a:r>
              <a:t>Postman (API Testing)</a:t>
            </a:r>
          </a:p>
          <a:p>
            <a:r>
              <a:t>Git (Version Control)</a:t>
            </a:r>
          </a:p>
          <a:p>
            <a:r>
              <a:t>ESLint (Code Quality)</a:t>
            </a:r>
          </a:p>
          <a:p>
            <a:r>
              <a:t>Testing:</a:t>
            </a:r>
          </a:p>
          <a:p>
            <a:r>
              <a:t>Jest + React Testing Library</a:t>
            </a:r>
          </a:p>
          <a:p>
            <a:r>
              <a:t>Data-testid attributes for UI testing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4. Industry Best Practices Applied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endParaRPr/>
          </a:p>
          <a:p>
            <a:r>
              <a:t>Security:</a:t>
            </a:r>
          </a:p>
          <a:p>
            <a:r>
              <a:t>Password masking + secure JWT storage</a:t>
            </a:r>
          </a:p>
          <a:p>
            <a:r>
              <a:t>Protected routes for authenticated content</a:t>
            </a:r>
          </a:p>
          <a:p>
            <a:r>
              <a:t>Performance:</a:t>
            </a:r>
          </a:p>
          <a:p>
            <a:r>
              <a:t>Lazy loading for routes</a:t>
            </a:r>
          </a:p>
          <a:p>
            <a:r>
              <a:t>Memoization of question components</a:t>
            </a:r>
          </a:p>
          <a:p>
            <a:r>
              <a:t>Accessibility:</a:t>
            </a:r>
          </a:p>
          <a:p>
            <a:r>
              <a:t>Semantic HTML (button vs div)</a:t>
            </a:r>
          </a:p>
          <a:p>
            <a:r>
              <a:t>ARIA labels for interactive elements</a:t>
            </a:r>
          </a:p>
          <a:p>
            <a:r>
              <a:t>Keyboard navigation support</a:t>
            </a:r>
          </a:p>
          <a:p>
            <a:r>
              <a:t>Code Quality:</a:t>
            </a:r>
          </a:p>
          <a:p>
            <a:r>
              <a:t>Modular component architecture</a:t>
            </a:r>
          </a:p>
          <a:p>
            <a:r>
              <a:t>PropTypes for type checking</a:t>
            </a:r>
          </a:p>
          <a:p>
            <a:r>
              <a:t>Error boundaries for graceful failures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Development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endParaRPr/>
          </a:p>
          <a:p>
            <a:r>
              <a:t>Methodology: Agile Sprints</a:t>
            </a:r>
          </a:p>
          <a:p>
            <a:r>
              <a:t>Key Phases:</a:t>
            </a:r>
          </a:p>
          <a:p>
            <a:r>
              <a:t>1. Planning:</a:t>
            </a:r>
          </a:p>
          <a:p>
            <a:r>
              <a:t>Figma prototyping</a:t>
            </a:r>
          </a:p>
          <a:p>
            <a:r>
              <a:t>API contract finalization</a:t>
            </a:r>
          </a:p>
          <a:p>
            <a:r>
              <a:t>2. Implementation:</a:t>
            </a:r>
          </a:p>
          <a:p>
            <a:r>
              <a:t>Auth flow -&gt; Assessment engine -&gt; Results</a:t>
            </a:r>
          </a:p>
          <a:p>
            <a:r>
              <a:t>Mobile-first responsive design</a:t>
            </a:r>
          </a:p>
          <a:p>
            <a:r>
              <a:t>3. Testing:</a:t>
            </a:r>
          </a:p>
          <a:p>
            <a:r>
              <a:t>Unit tests for business logic</a:t>
            </a:r>
          </a:p>
          <a:p>
            <a:r>
              <a:t>Integration tests for user flows</a:t>
            </a:r>
          </a:p>
          <a:p>
            <a:r>
              <a:t>Collaboration:</a:t>
            </a:r>
          </a:p>
          <a:p>
            <a:r>
              <a:t>Daily standups (for personal accountability)</a:t>
            </a:r>
          </a:p>
          <a:p>
            <a:r>
              <a:t>Git feature branches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Planned Features:</a:t>
            </a:r>
          </a:p>
          <a:p>
            <a:r>
              <a:t>Multi-select Questions: New MULTI_SELECT option_type + checkbox UI (High)</a:t>
            </a:r>
          </a:p>
          <a:p>
            <a:r>
              <a:t>Leaderboard: Backend API + React-Table integration (Medium)</a:t>
            </a:r>
          </a:p>
          <a:p>
            <a:r>
              <a:t>Offline Mode: Service Workers + IndexedDB caching (Low)</a:t>
            </a:r>
          </a:p>
          <a:p>
            <a:r>
              <a:t>PDF Reports: React-PDF library + score analytics (Medium)</a:t>
            </a:r>
          </a:p>
          <a:p>
            <a:r>
              <a:t>Technical Debt Resolution:</a:t>
            </a:r>
          </a:p>
          <a:p>
            <a:r>
              <a:t>1. State Management:</a:t>
            </a:r>
          </a:p>
          <a:p>
            <a:r>
              <a:t>Current: Component state -&gt; Future: Redux Toolkit</a:t>
            </a:r>
          </a:p>
          <a:p>
            <a:r>
              <a:t>2. API Mocking:</a:t>
            </a:r>
          </a:p>
          <a:p>
            <a:r>
              <a:t>Current: Static JSON -&gt; Future: MirageJS simulation</a:t>
            </a:r>
          </a:p>
          <a:p>
            <a:r>
              <a:t>3. Testing:</a:t>
            </a:r>
          </a:p>
          <a:p>
            <a:r>
              <a:t>Current: Unit tests -&gt; Future: Cypress E2E tests</a:t>
            </a:r>
          </a:p>
          <a:p>
            <a:r>
              <a:t>Note: Gantt chart and visuals can be presented separately if required.</a:t>
            </a:r>
          </a:p>
          <a:p>
            <a:r>
              <a:t>New Feature:</a:t>
            </a:r>
          </a:p>
          <a:p>
            <a:r>
              <a:t>Review Failed Questions: Allow users to revisit incorrectly answered questions post-assessment with explanations (High)</a:t>
            </a:r>
          </a:p>
          <a:p>
            <a:r>
              <a:t>Implementation: Add a review screen that pulls incorrect answers and displays correct responses + optional explanation tooltip.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Application Working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7. Application Working Flow</a:t>
            </a:r>
          </a:p>
          <a:p>
            <a:r>
              <a:t>1. User Authentication:</a:t>
            </a:r>
          </a:p>
          <a:p>
            <a:r>
              <a:t>User enters credentials on login screen</a:t>
            </a:r>
          </a:p>
          <a:p>
            <a:r>
              <a:t>Credentials are validated using backend API</a:t>
            </a:r>
          </a:p>
          <a:p>
            <a:r>
              <a:t>On success, token is stored in cookies and user is redirected to assessment</a:t>
            </a:r>
          </a:p>
          <a:p>
            <a:r>
              <a:t>2. Assessment Initialization:</a:t>
            </a:r>
          </a:p>
          <a:p>
            <a:r>
              <a:t>Assessment page loads with question set (from static or API)</a:t>
            </a:r>
          </a:p>
          <a:p>
            <a:r>
              <a:t>10-minute timer starts using useEffect hook</a:t>
            </a:r>
          </a:p>
          <a:p>
            <a:r>
              <a:t>3. Question Navigation &amp; Answering:</a:t>
            </a:r>
          </a:p>
          <a:p>
            <a:r>
              <a:t>Users navigate between questions using a sidebar or next/prev buttons</a:t>
            </a:r>
          </a:p>
          <a:p>
            <a:r>
              <a:t>Answer selection is stored in local component state or context</a:t>
            </a:r>
          </a:p>
          <a:p>
            <a:r>
              <a:t>4. Timer &amp; Auto Submission:</a:t>
            </a:r>
          </a:p>
          <a:p>
            <a:r>
              <a:t>When timer ends, auto-submit logic is triggered using useEffect cleanup</a:t>
            </a:r>
          </a:p>
          <a:p>
            <a:r>
              <a:t>Answers are collected and scored based on correct responses</a:t>
            </a:r>
          </a:p>
          <a:p>
            <a:r>
              <a:t>5. Results Display:</a:t>
            </a:r>
          </a:p>
          <a:p>
            <a:r>
              <a:t>User sees their score, total questions, correct/incorrect breakdown</a:t>
            </a:r>
          </a:p>
          <a:p>
            <a:r>
              <a:t>Option to review failed questions (future enhancement)</a:t>
            </a:r>
          </a:p>
          <a:p>
            <a:r>
              <a:t>6. Logout:</a:t>
            </a:r>
          </a:p>
          <a:p>
            <a:r>
              <a:t>User can log out to clear the cookie and return to login screen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User Credentials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aakash / sky@007</a:t>
            </a:r>
          </a:p>
          <a:p>
            <a:r>
              <a:t>agastya / myth#789</a:t>
            </a:r>
          </a:p>
          <a:p>
            <a:r>
              <a:t>advika / world@5</a:t>
            </a:r>
          </a:p>
          <a:p>
            <a:r>
              <a:t>binita / modest*6</a:t>
            </a:r>
          </a:p>
          <a:p>
            <a:r>
              <a:t>chetan / vigor$life</a:t>
            </a:r>
          </a:p>
          <a:p>
            <a:r>
              <a:t>deepak / lightstar@1</a:t>
            </a:r>
          </a:p>
          <a:p>
            <a:r>
              <a:t>harshad / joy@85</a:t>
            </a:r>
          </a:p>
          <a:p>
            <a:r>
              <a:t>kapil / moon$008</a:t>
            </a:r>
          </a:p>
          <a:p>
            <a:r>
              <a:t>rahul / rahul@2021</a:t>
            </a:r>
          </a:p>
          <a:p>
            <a:r>
              <a:t>shravya / musical#stone</a:t>
            </a:r>
          </a:p>
          <a:p>
            <a:r>
              <a:t>saira / princess@9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odule">
  <a:themeElements>
    <a:clrScheme name="Module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Modul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7500"/>
                <a:satMod val="137000"/>
              </a:schemeClr>
            </a:gs>
            <a:gs pos="55000">
              <a:schemeClr val="phClr">
                <a:shade val="69000"/>
                <a:satMod val="137000"/>
              </a:schemeClr>
            </a:gs>
            <a:gs pos="100000">
              <a:schemeClr val="phClr">
                <a:shade val="98000"/>
                <a:satMod val="137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300000"/>
              </a:schemeClr>
            </a:gs>
            <a:gs pos="12000">
              <a:schemeClr val="phClr">
                <a:tint val="48000"/>
                <a:satMod val="300000"/>
              </a:schemeClr>
            </a:gs>
            <a:gs pos="20000">
              <a:schemeClr val="phClr">
                <a:tint val="49000"/>
                <a:satMod val="30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10000" t="-25000" r="10000" b="125000"/>
          </a:path>
        </a:gradFill>
        <a:blipFill>
          <a:blip xmlns:r="http://schemas.openxmlformats.org/officeDocument/2006/relationships" r:embed="rId1">
            <a:duotone>
              <a:schemeClr val="phClr">
                <a:shade val="75000"/>
                <a:satMod val="105000"/>
              </a:schemeClr>
              <a:schemeClr val="phClr">
                <a:tint val="95000"/>
                <a:satMod val="105000"/>
              </a:schemeClr>
            </a:duotone>
          </a:blip>
          <a:tile tx="0" ty="0" sx="38000" sy="38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Module</Template>
  <TotalTime>3</TotalTime>
  <Words>701</Words>
  <Application>Microsoft Macintosh PowerPoint</Application>
  <PresentationFormat>On-screen Show (4:3)</PresentationFormat>
  <Paragraphs>134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Module</vt:lpstr>
      <vt:lpstr>Nxt Assess Project Overview</vt:lpstr>
      <vt:lpstr>1. Project Features</vt:lpstr>
      <vt:lpstr>2. Challenges &amp; Exciting Experiences</vt:lpstr>
      <vt:lpstr>3. Tools &amp; Technologies</vt:lpstr>
      <vt:lpstr>4. Industry Best Practices Applied</vt:lpstr>
      <vt:lpstr>5. Development Approach</vt:lpstr>
      <vt:lpstr>6. Future Enhancements</vt:lpstr>
      <vt:lpstr>7. Application Working Flow</vt:lpstr>
      <vt:lpstr>Sample User Credentials</vt:lpstr>
    </vt:vector>
  </TitlesOfParts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Nxt Assess Project Overview</dc:title>
  <dc:creator>ELCOT</dc:creator>
  <dc:description>generated using python-pptx</dc:description>
  <cp:lastModifiedBy>ELCOT</cp:lastModifiedBy>
  <cp:revision>2</cp:revision>
  <dcterms:created xsi:type="dcterms:W3CDTF">2013-01-27T09:14:16Z</dcterms:created>
  <dcterms:modified xsi:type="dcterms:W3CDTF">2025-05-01T07:36:35Z</dcterms:modified>
</cp:coreProperties>
</file>